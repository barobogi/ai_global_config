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VibeCoding 파이프라인 구축 완료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파이프라인 구축 완료 보고</a:t>
            </a:r>
          </a:p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주요 아키텍처 및 성능 개선사항 발표</a:t>
            </a:r>
          </a:p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효율성, 비용 절감, 안정성 확보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아키텍처 개편: 직접 API 통합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Claude CLI 대화형 래핑 제거</a:t>
            </a:r>
          </a:p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파이썬 내장 API 직접 호출 방식 도입</a:t>
            </a:r>
          </a:p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더욱 효율적인 시스템 연동 구현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비용 절감 및 안정성 강화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정규식(Regex) 화이트리스트 구현</a:t>
            </a:r>
          </a:p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단순 변경 LLM 우회로 비용 100% 절감</a:t>
            </a:r>
          </a:p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5분 타임아웃 강제 종료 기능 탑재</a:t>
            </a:r>
          </a:p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무한 대기 문제 원천 차단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핵심 교훈 및 권고 사항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대화형 툴의 백그라운드 래핑 지양</a:t>
            </a:r>
          </a:p>
          <a:p>
            <a:pPr/>
            <a:r>
              <a:rPr sz="2800">
                <a:solidFill>
                  <a:srgbClr val="DCDCDC"/>
                </a:solidFill>
                <a:latin typeface="Malgun Gothic"/>
              </a:rPr>
              <a:t>해당 개발 가이드를 만복이팀 포함 전파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